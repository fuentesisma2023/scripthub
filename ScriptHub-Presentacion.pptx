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E3D6-4E14-F79A-3295-CD271F658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42DD-9EB1-DEAA-B24A-D259CE8D1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BE710-2BEF-353A-018A-78E1BB4D5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A8A1-6869-4F6F-94B9-4672574CFC1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A06CF-F0E1-9141-A921-019A2020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B260E-04A7-41A3-7D8D-C46A68DDF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9F1B-68C9-456A-BB80-0F545E82F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7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286B1-8963-DE45-B912-814840840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FEB49-2C76-A37F-30E5-0C92AC3B2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7C2A6-5BEF-94C0-F9BC-830A76AFA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A8A1-6869-4F6F-94B9-4672574CFC1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2A3A4-4BDD-F0A6-5770-4A931F09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4E813-8012-4E56-9BF0-B2A8F282B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9F1B-68C9-456A-BB80-0F545E82F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44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B8FA2-6D72-2202-F9DB-CE1D3665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739C6-5602-DDFB-93A6-0B9AAD784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29548-DB3D-E922-FAA7-BBAF56EEF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A8A1-6869-4F6F-94B9-4672574CFC1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84EEA-C7C0-53B4-35F9-579200741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AEDE8-D0B8-97C4-8CCB-324FB97CB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9F1B-68C9-456A-BB80-0F545E82F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89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5D6E-29E4-CC68-D863-F018D6BF6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A7A1B-4A6A-970C-69D4-F43B4B049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9EEE3-098A-EFBB-3A3F-3B3B8886D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5845C-317B-4F9E-1CF7-C3B87E0D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A8A1-6869-4F6F-94B9-4672574CFC1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6C506-955D-970C-04B4-645AC42CA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A76F1-5BD0-D523-A4F8-90A14BEF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9F1B-68C9-456A-BB80-0F545E82F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18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85A54-BD8E-96F0-50A1-6FEC1382F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0E7F0-0837-BE13-CC40-F98B7F8C3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C245F-F8BA-216A-30BB-D30794887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521717-078D-25A8-92FB-29B78E881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BA8217-2601-96D1-A8B8-E8CDECD483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8CF106-540B-C73A-6CBB-ABC5BD29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A8A1-6869-4F6F-94B9-4672574CFC1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4DC3E2-524D-C04C-6485-5253ACFEB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FAC3F-69DE-AC5F-9414-F3E07DE11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9F1B-68C9-456A-BB80-0F545E82F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21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D8D18-57E0-F4C0-D9F0-E057934C2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EA8B0-89D6-7069-C1E9-00C773F1B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A8A1-6869-4F6F-94B9-4672574CFC1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13183-6397-F3EA-15F3-259C8201B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61AC6-DA4C-89FE-265F-8B853163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9F1B-68C9-456A-BB80-0F545E82F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93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AD0D8C-F57A-8722-3C34-7705B1477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A8A1-6869-4F6F-94B9-4672574CFC1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876E9-1083-D7F8-A6E0-32DF82307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C789F-7D41-78A0-0CA3-A36F0E4F4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9F1B-68C9-456A-BB80-0F545E82F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16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711E7-14BC-85A0-3CC4-B2CE975AC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3C4A5-8BEF-6D3E-6832-9D0964A22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0CD2A-1B0E-C05C-D7A0-0949F558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BFB42-E674-A724-ED75-84772C60F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A8A1-6869-4F6F-94B9-4672574CFC1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EB7C2-F137-FE8B-58F2-78627C858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701FD-3F73-F286-3EE4-AF3A77AC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9F1B-68C9-456A-BB80-0F545E82F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00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C612E-D87D-9301-CE00-04B664BA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92DA54-BA89-7CA4-16FF-A3A1CE2F82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14494-E39B-E648-D118-1E5EE0A5A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7BF0F-3A27-7504-FF00-64E4A9718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A8A1-6869-4F6F-94B9-4672574CFC1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2557B-F427-4230-0F9F-106AE6E0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E2517-7C4C-721E-901C-B8AC2038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9F1B-68C9-456A-BB80-0F545E82F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7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7B377-6E1C-F0F6-A061-184FB7EA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4F2790-4EEE-58DE-7D29-FC7A80D19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FABC-1474-BE3B-C26D-6436709E0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A8A1-6869-4F6F-94B9-4672574CFC1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44717-934F-0E29-30FB-372C0C134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4F3E9-D5FB-B99C-B998-C455A954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9F1B-68C9-456A-BB80-0F545E82F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3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7C664-4E5B-AA55-0612-CD4F071DB1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66F3C-266E-4392-DCC1-86FD8864E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FEBF6-5E7A-2855-A54B-8DF2513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A8A1-6869-4F6F-94B9-4672574CFC1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15FEF-A161-BE16-8CE4-423DA89E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49BBA-D525-EB7D-9AE0-7A96C0A4E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9F1B-68C9-456A-BB80-0F545E82F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13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DF206-954C-316A-E0BD-0C5603628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E5C32-481F-B98D-6EA9-793867E70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B98EF-B61D-7776-841F-CC44041A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A8A1-6869-4F6F-94B9-4672574CFC1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97012-D275-7C95-6A9B-DFF662998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6FD87-D7A0-BCC3-0C70-24720721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9F1B-68C9-456A-BB80-0F545E82F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5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DE216D-319D-2F1E-D104-BF2CA08AA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4609A-235E-B381-8235-71A209D79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5B61B-8438-14F0-FD61-9FB3B21D9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CA8A1-6869-4F6F-94B9-4672574CFC1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9B3FF-D4A3-DC13-4651-FF44C5DFB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0FB1A-C3D3-17C0-4CCC-BC7DC210AC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39F1B-68C9-456A-BB80-0F545E82F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9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0B42B-CEC5-272E-6732-16D6DE2AD9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>
                <a:solidFill>
                  <a:srgbClr val="57350F"/>
                </a:solidFill>
                <a:latin typeface="Aptos Display" panose="020B0004020202020204" pitchFamily="34" charset="0"/>
              </a:rPr>
              <a:t>ScriptHub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2BB7E-892C-3D6B-6AA6-DA7FE2C9BE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>
                <a:solidFill>
                  <a:srgbClr val="D47800"/>
                </a:solidFill>
                <a:latin typeface="Aptos" panose="020B0004020202020204" pitchFamily="34" charset="0"/>
              </a:rPr>
              <a:t>Un HUB centralizado para encontrar, compartir y ejecutar scripts</a:t>
            </a:r>
            <a:endParaRPr lang="en-US">
              <a:solidFill>
                <a:srgbClr val="D47800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F7491B-CDC7-0D4F-4F1F-F3EC3C8239F4}"/>
              </a:ext>
            </a:extLst>
          </p:cNvPr>
          <p:cNvSpPr/>
          <p:nvPr/>
        </p:nvSpPr>
        <p:spPr>
          <a:xfrm>
            <a:off x="0" y="6413500"/>
            <a:ext cx="9144000" cy="25400"/>
          </a:xfrm>
          <a:prstGeom prst="rect">
            <a:avLst/>
          </a:prstGeom>
          <a:solidFill>
            <a:srgbClr val="D47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F0FA2-C25E-3AB8-60F8-6B401C2DFEB5}"/>
              </a:ext>
            </a:extLst>
          </p:cNvPr>
          <p:cNvSpPr txBox="1"/>
          <p:nvPr/>
        </p:nvSpPr>
        <p:spPr>
          <a:xfrm>
            <a:off x="571500" y="6540500"/>
            <a:ext cx="787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726B"/>
                </a:solidFill>
                <a:latin typeface="Aptos" panose="020B0004020202020204" pitchFamily="34" charset="0"/>
              </a:rPr>
              <a:t>ScriptHub 4.0  |  1</a:t>
            </a:r>
          </a:p>
        </p:txBody>
      </p:sp>
    </p:spTree>
    <p:extLst>
      <p:ext uri="{BB962C8B-B14F-4D97-AF65-F5344CB8AC3E}">
        <p14:creationId xmlns:p14="http://schemas.microsoft.com/office/powerpoint/2010/main" val="18075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8FB3-6730-FE95-15D4-7B0ADB38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solidFill>
                  <a:srgbClr val="57350F"/>
                </a:solidFill>
                <a:latin typeface="Aptos Display" panose="020B0004020202020204" pitchFamily="34" charset="0"/>
              </a:rPr>
              <a:t>El problema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5033F-0E0A-1ADE-C2D4-1D4A2E9CF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Los scripts estan dispersos en chats, correos y carpetas personales.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Encontrar el script correcto consume tiempo.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No siempre conocemos sus dependencias o version de PowerShell.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Se duplican esfuerzos entre equipos.</a:t>
            </a:r>
            <a:endParaRPr lang="en-US" sz="2200">
              <a:solidFill>
                <a:srgbClr val="242120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75B4E5-F40B-555E-E90C-299F1A07924B}"/>
              </a:ext>
            </a:extLst>
          </p:cNvPr>
          <p:cNvSpPr/>
          <p:nvPr/>
        </p:nvSpPr>
        <p:spPr>
          <a:xfrm>
            <a:off x="0" y="6413500"/>
            <a:ext cx="9144000" cy="25400"/>
          </a:xfrm>
          <a:prstGeom prst="rect">
            <a:avLst/>
          </a:prstGeom>
          <a:solidFill>
            <a:srgbClr val="D47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A465B-5981-3C5E-B18C-A5298631F32F}"/>
              </a:ext>
            </a:extLst>
          </p:cNvPr>
          <p:cNvSpPr txBox="1"/>
          <p:nvPr/>
        </p:nvSpPr>
        <p:spPr>
          <a:xfrm>
            <a:off x="571500" y="6540500"/>
            <a:ext cx="787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726B"/>
                </a:solidFill>
                <a:latin typeface="Aptos" panose="020B0004020202020204" pitchFamily="34" charset="0"/>
              </a:rPr>
              <a:t>ScriptHub 4.0  |  2</a:t>
            </a:r>
          </a:p>
        </p:txBody>
      </p:sp>
    </p:spTree>
    <p:extLst>
      <p:ext uri="{BB962C8B-B14F-4D97-AF65-F5344CB8AC3E}">
        <p14:creationId xmlns:p14="http://schemas.microsoft.com/office/powerpoint/2010/main" val="204696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851B-225E-1933-42E4-114C0065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solidFill>
                  <a:srgbClr val="57350F"/>
                </a:solidFill>
                <a:latin typeface="Aptos Display" panose="020B0004020202020204" pitchFamily="34" charset="0"/>
              </a:rPr>
              <a:t>La solucion: ScriptHub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F44EE-E326-0FB0-CFE3-2A2BEDC53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Catalogo centralizado y organizado de scripts.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Busqueda por nombre, categoria, equipo y version.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Informacion clara sobre dependencias y requisitos.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Un punto comun para compartir conocimiento entre equipos.</a:t>
            </a:r>
            <a:endParaRPr lang="en-US" sz="2200">
              <a:solidFill>
                <a:srgbClr val="242120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32A0DC-2A85-C28E-727B-6A4ACB2F442A}"/>
              </a:ext>
            </a:extLst>
          </p:cNvPr>
          <p:cNvSpPr/>
          <p:nvPr/>
        </p:nvSpPr>
        <p:spPr>
          <a:xfrm>
            <a:off x="0" y="6413500"/>
            <a:ext cx="9144000" cy="25400"/>
          </a:xfrm>
          <a:prstGeom prst="rect">
            <a:avLst/>
          </a:prstGeom>
          <a:solidFill>
            <a:srgbClr val="D47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17F50-91DA-706B-0AAF-FA96E521D61B}"/>
              </a:ext>
            </a:extLst>
          </p:cNvPr>
          <p:cNvSpPr txBox="1"/>
          <p:nvPr/>
        </p:nvSpPr>
        <p:spPr>
          <a:xfrm>
            <a:off x="571500" y="6540500"/>
            <a:ext cx="787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726B"/>
                </a:solidFill>
                <a:latin typeface="Aptos" panose="020B0004020202020204" pitchFamily="34" charset="0"/>
              </a:rPr>
              <a:t>ScriptHub 4.0  |  3</a:t>
            </a:r>
          </a:p>
        </p:txBody>
      </p:sp>
    </p:spTree>
    <p:extLst>
      <p:ext uri="{BB962C8B-B14F-4D97-AF65-F5344CB8AC3E}">
        <p14:creationId xmlns:p14="http://schemas.microsoft.com/office/powerpoint/2010/main" val="63296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EC0A9-4389-65F6-2A8F-157E98F9B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solidFill>
                  <a:srgbClr val="57350F"/>
                </a:solidFill>
                <a:latin typeface="Aptos Display" panose="020B0004020202020204" pitchFamily="34" charset="0"/>
              </a:rPr>
              <a:t>Como funciona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BE5E3-9D04-5856-EB08-D0F31D276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Seleccionamos un script del catalogo.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ScriptHub detecta los modulos requeridos.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Muestra si las dependencias estan instaladas.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Completa automaticamente los parametros necesarios.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Ejecuta el script con PowerShell 5.1 o 7 segun corresponda.</a:t>
            </a:r>
            <a:endParaRPr lang="en-US" sz="2200">
              <a:solidFill>
                <a:srgbClr val="242120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9C28AE-B621-1238-3533-1464E0DA7DFB}"/>
              </a:ext>
            </a:extLst>
          </p:cNvPr>
          <p:cNvSpPr/>
          <p:nvPr/>
        </p:nvSpPr>
        <p:spPr>
          <a:xfrm>
            <a:off x="0" y="6413500"/>
            <a:ext cx="9144000" cy="25400"/>
          </a:xfrm>
          <a:prstGeom prst="rect">
            <a:avLst/>
          </a:prstGeom>
          <a:solidFill>
            <a:srgbClr val="D47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36FFD-DFDE-3429-729D-3B5A06974208}"/>
              </a:ext>
            </a:extLst>
          </p:cNvPr>
          <p:cNvSpPr txBox="1"/>
          <p:nvPr/>
        </p:nvSpPr>
        <p:spPr>
          <a:xfrm>
            <a:off x="571500" y="6540500"/>
            <a:ext cx="787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726B"/>
                </a:solidFill>
                <a:latin typeface="Aptos" panose="020B0004020202020204" pitchFamily="34" charset="0"/>
              </a:rPr>
              <a:t>ScriptHub 4.0  |  4</a:t>
            </a:r>
          </a:p>
        </p:txBody>
      </p:sp>
    </p:spTree>
    <p:extLst>
      <p:ext uri="{BB962C8B-B14F-4D97-AF65-F5344CB8AC3E}">
        <p14:creationId xmlns:p14="http://schemas.microsoft.com/office/powerpoint/2010/main" val="269523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CE5F-444B-4FA6-34B5-A542DBB51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solidFill>
                  <a:srgbClr val="57350F"/>
                </a:solidFill>
                <a:latin typeface="Aptos Display" panose="020B0004020202020204" pitchFamily="34" charset="0"/>
              </a:rPr>
              <a:t>Beneficios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C68DC-339A-92F6-21FA-423E450EE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Ahorro de tiempo en la busqueda y preparacion.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Menos errores por dependencias faltantes.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Soluciones reutilizables y faciles de mantener.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Colaboracion entre SharePoint, Exchange, Teams, Azure y Entra ID.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Conocimiento compartido que no depende de una sola persona.</a:t>
            </a:r>
            <a:endParaRPr lang="en-US" sz="2200">
              <a:solidFill>
                <a:srgbClr val="242120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A17713-9740-F11E-6464-DF063591A0B0}"/>
              </a:ext>
            </a:extLst>
          </p:cNvPr>
          <p:cNvSpPr/>
          <p:nvPr/>
        </p:nvSpPr>
        <p:spPr>
          <a:xfrm>
            <a:off x="0" y="6413500"/>
            <a:ext cx="9144000" cy="25400"/>
          </a:xfrm>
          <a:prstGeom prst="rect">
            <a:avLst/>
          </a:prstGeom>
          <a:solidFill>
            <a:srgbClr val="D47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96522-21B5-7ED5-6B21-E4F5E11AB31F}"/>
              </a:ext>
            </a:extLst>
          </p:cNvPr>
          <p:cNvSpPr txBox="1"/>
          <p:nvPr/>
        </p:nvSpPr>
        <p:spPr>
          <a:xfrm>
            <a:off x="571500" y="6540500"/>
            <a:ext cx="787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726B"/>
                </a:solidFill>
                <a:latin typeface="Aptos" panose="020B0004020202020204" pitchFamily="34" charset="0"/>
              </a:rPr>
              <a:t>ScriptHub 4.0  |  5</a:t>
            </a:r>
          </a:p>
        </p:txBody>
      </p:sp>
    </p:spTree>
    <p:extLst>
      <p:ext uri="{BB962C8B-B14F-4D97-AF65-F5344CB8AC3E}">
        <p14:creationId xmlns:p14="http://schemas.microsoft.com/office/powerpoint/2010/main" val="3982050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75107-09B7-C9D6-A6AC-D9E870180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solidFill>
                  <a:srgbClr val="57350F"/>
                </a:solidFill>
                <a:latin typeface="Aptos Display" panose="020B0004020202020204" pitchFamily="34" charset="0"/>
              </a:rPr>
              <a:t>Siguiente paso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F7D9D-7C58-67E7-3076-BEF8588AF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Cada equipo puede aportar sus scripts validados.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El catalogo se revisa antes de publicarse.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Las entradas deben incluir dependencias, version y advertencias.</a:t>
            </a:r>
          </a:p>
          <a:p>
            <a:r>
              <a:rPr lang="es-ES" sz="2200">
                <a:solidFill>
                  <a:srgbClr val="242120"/>
                </a:solidFill>
                <a:latin typeface="Aptos" panose="020B0004020202020204" pitchFamily="34" charset="0"/>
              </a:rPr>
              <a:t>Objetivo: convertir ScriptHub en el repositorio comun de automatizacion.</a:t>
            </a:r>
            <a:endParaRPr lang="en-US" sz="2200">
              <a:solidFill>
                <a:srgbClr val="242120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52991E-896B-5AD1-C989-9B686C3B3622}"/>
              </a:ext>
            </a:extLst>
          </p:cNvPr>
          <p:cNvSpPr/>
          <p:nvPr/>
        </p:nvSpPr>
        <p:spPr>
          <a:xfrm>
            <a:off x="0" y="6413500"/>
            <a:ext cx="9144000" cy="25400"/>
          </a:xfrm>
          <a:prstGeom prst="rect">
            <a:avLst/>
          </a:prstGeom>
          <a:solidFill>
            <a:srgbClr val="D47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7500A-45DB-A6EB-DBE3-03DDE7FFA65D}"/>
              </a:ext>
            </a:extLst>
          </p:cNvPr>
          <p:cNvSpPr txBox="1"/>
          <p:nvPr/>
        </p:nvSpPr>
        <p:spPr>
          <a:xfrm>
            <a:off x="571500" y="6540500"/>
            <a:ext cx="787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726B"/>
                </a:solidFill>
                <a:latin typeface="Aptos" panose="020B0004020202020204" pitchFamily="34" charset="0"/>
              </a:rPr>
              <a:t>ScriptHub 4.0  |  6</a:t>
            </a:r>
          </a:p>
        </p:txBody>
      </p:sp>
    </p:spTree>
    <p:extLst>
      <p:ext uri="{BB962C8B-B14F-4D97-AF65-F5344CB8AC3E}">
        <p14:creationId xmlns:p14="http://schemas.microsoft.com/office/powerpoint/2010/main" val="1200219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4-bc88714345d2}" enabled="1" method="Standard" siteId="{855e2d96-2011-4835-a9b0-e77091d6273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ScriptHub</vt:lpstr>
      <vt:lpstr>El problema</vt:lpstr>
      <vt:lpstr>La solucion: ScriptHub</vt:lpstr>
      <vt:lpstr>Como funciona</vt:lpstr>
      <vt:lpstr>Beneficios</vt:lpstr>
      <vt:lpstr>Siguiente paso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Ismael Najera</dc:creator>
  <cp:lastModifiedBy>Ismael Najera</cp:lastModifiedBy>
  <cp:revision>1</cp:revision>
  <dcterms:created xsi:type="dcterms:W3CDTF">2026-09-20T00:36:54Z</dcterms:created>
  <dcterms:modified xsi:type="dcterms:W3CDTF">2026-09-20T00:36:55Z</dcterms:modified>
</cp:coreProperties>
</file>