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5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1EC9F-5986-8743-C8CD-08BD179464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42122D-0204-6132-F864-EB9D2D8B38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56F046-9051-BE0D-845D-9F1161447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BD7AF-9F59-4387-953D-7AF4223CD7B2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DCD774-CB57-0648-2843-734B4E911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4A37D9-E96C-6F1C-19F0-CC5586F28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15052-6BD4-4097-932F-7C78C6FCA8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926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5FA10-CD48-7BE5-B96B-44D15AA54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17F84-CAC6-A5F3-F00F-0D35A0436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B5726B-B3F0-D0F2-B3E1-E7FD2D6BA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BD7AF-9F59-4387-953D-7AF4223CD7B2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BADB42-D38B-B691-4B63-E9E427BD8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AF96B-6FD6-415C-0A17-638F9ECED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15052-6BD4-4097-932F-7C78C6FCA8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3833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5579F-BC59-5D00-BE4E-4969F8A4D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9A3452-3269-66A0-212D-EFCD5D7DC6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58ED6-5427-CF94-556C-81D4C0647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BD7AF-9F59-4387-953D-7AF4223CD7B2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89B0DD-697E-658D-A935-A5F50E87D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97565-FA3F-6F3E-E385-E68B9C3AC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15052-6BD4-4097-932F-7C78C6FCA8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301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F036F-7E87-0033-F003-586087E0F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85805-5B02-863C-7CF1-A96965E035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CAAF25-AD8E-E15F-FB79-6C26CA253D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881769-58E4-D4DF-9387-853E053CF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BD7AF-9F59-4387-953D-7AF4223CD7B2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978FA9-DEE9-ACE0-678E-5818E1097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5E20C2-EA1B-8033-4CDE-34BEE3F50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15052-6BD4-4097-932F-7C78C6FCA8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288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294EA-2DD3-F5B4-2421-85A1BAF2E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2694B4-F4A8-3C54-0C2A-90E24895F0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A44E5C-3F6A-A6E7-1738-990D2C343E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1FC838-132C-43B0-6C07-F398F889E4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54A9F6-3B9F-A7D0-6C99-2A74CE7B70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59E387-CA3A-F344-AFC7-34D5CBC06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BD7AF-9F59-4387-953D-7AF4223CD7B2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12F410-C22C-DD6E-97BE-65899B73F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A743EB-4BE1-BF4F-D8A6-6C79F3709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15052-6BD4-4097-932F-7C78C6FCA8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770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6EF4C-674C-5500-DBA5-8C1AD1D8A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692A80-57FD-F47A-7E1D-D18DEB449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BD7AF-9F59-4387-953D-7AF4223CD7B2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884598-E574-4C98-4ECD-D596B2C1A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F71FEA-8015-0C89-74BA-DDE7D2665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15052-6BD4-4097-932F-7C78C6FCA8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330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708ECA-C70F-A8D2-191C-5073EEFEF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BD7AF-9F59-4387-953D-7AF4223CD7B2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C5FD7A-2939-19DB-7C7E-5D773DD13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B01BD3-4ED7-E72B-AD20-E541ED917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15052-6BD4-4097-932F-7C78C6FCA8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516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83863-7721-1B33-13D7-533B5F578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A1D686-3E6F-0FAC-8265-3AF76849A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F4B8E7-6812-46FA-11F0-CAD5434093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EC900-90AB-C9AA-C3E7-6112E7F65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BD7AF-9F59-4387-953D-7AF4223CD7B2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9F5B53-D011-75D6-D286-C42202F1F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28983C-944B-AD93-AC52-A0E8560D9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15052-6BD4-4097-932F-7C78C6FCA8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0563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1932-2BD8-5DE7-F678-ECF9639A6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D5DA28-7B48-65A7-33F2-9BA4F16BCBD4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53C4D4-4847-9744-3F18-D94B8E6652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13602B-D7D6-E67A-E863-F4F3F230C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BD7AF-9F59-4387-953D-7AF4223CD7B2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9D52AC-420B-E1D6-3606-2BC79F1AA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1A4BEC-DD7D-73BE-BA80-440180392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15052-6BD4-4097-932F-7C78C6FCA8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192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722A1-63B3-7111-3566-8FDFBAD81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BE3DFB-9BB7-FCEC-419C-A5A231ADF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CFD0CD-473E-07C0-E95C-4EAFBF584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BD7AF-9F59-4387-953D-7AF4223CD7B2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6D412B-FE5A-EFC4-D91A-4F7B64D3B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D56FDD-BAE3-B89E-3D24-FF4843384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15052-6BD4-4097-932F-7C78C6FCA8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627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9947C9-C7EE-BC98-1234-49D1903E46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20B403-19EA-EFCF-C468-2984ABF5B2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6BD105-0107-1819-D39D-3D78049DB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BD7AF-9F59-4387-953D-7AF4223CD7B2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B7A8F4-C1E2-7C1B-017E-138A4CEA9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4AAEFD-8229-BF60-EED9-2A0B0D1F1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15052-6BD4-4097-932F-7C78C6FCA8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7538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F1897-7299-D21A-6934-4AF1E3716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8A3543-9975-FE81-4AB3-2F30FB391A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500BC4-CDAC-8DC3-0219-C316CBEC8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BD7AF-9F59-4387-953D-7AF4223CD7B2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78B7B-8AA6-1263-628A-4936F7581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EBF455-BAC8-1A39-83ED-8B362E48D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915052-6BD4-4097-932F-7C78C6FCA8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111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908EC3-974A-63CB-CA21-6CE346F4C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80FCC7-FD76-89E1-EA1C-230BEB97C5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68BDE8-7631-5DBF-3698-7D70E96D94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BD7AF-9F59-4387-953D-7AF4223CD7B2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B29BD-0826-4FB6-552E-E547410279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5B0F4-AED1-AE30-4A0F-05CE7FA1DD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915052-6BD4-4097-932F-7C78C6FCA8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435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5594A-C2B6-493F-9738-B8569E60EB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b="1">
                <a:solidFill>
                  <a:srgbClr val="57350F"/>
                </a:solidFill>
                <a:latin typeface="Aptos Display" panose="020B0004020202020204" pitchFamily="34" charset="0"/>
              </a:rPr>
              <a:t>ScriptHub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F62C04-AB36-D345-876D-DF85B58910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ES">
                <a:solidFill>
                  <a:srgbClr val="D47800"/>
                </a:solidFill>
                <a:latin typeface="Aptos" panose="020B0004020202020204" pitchFamily="34" charset="0"/>
              </a:rPr>
              <a:t>Un HUB centralizado para encontrar, compartir y ejecutar scripts</a:t>
            </a:r>
            <a:endParaRPr lang="en-US">
              <a:solidFill>
                <a:srgbClr val="D47800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53E072-E5B9-1426-C713-4A9EC689BFE0}"/>
              </a:ext>
            </a:extLst>
          </p:cNvPr>
          <p:cNvSpPr/>
          <p:nvPr/>
        </p:nvSpPr>
        <p:spPr>
          <a:xfrm>
            <a:off x="0" y="6413500"/>
            <a:ext cx="9144000" cy="25400"/>
          </a:xfrm>
          <a:prstGeom prst="rect">
            <a:avLst/>
          </a:prstGeom>
          <a:solidFill>
            <a:srgbClr val="D478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C53857-4DF4-A0AD-432A-030909F9E040}"/>
              </a:ext>
            </a:extLst>
          </p:cNvPr>
          <p:cNvSpPr txBox="1"/>
          <p:nvPr/>
        </p:nvSpPr>
        <p:spPr>
          <a:xfrm>
            <a:off x="571500" y="6540500"/>
            <a:ext cx="787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80726B"/>
                </a:solidFill>
                <a:latin typeface="Aptos" panose="020B0004020202020204" pitchFamily="34" charset="0"/>
              </a:rPr>
              <a:t>ScriptHub 4.0  |  1</a:t>
            </a:r>
          </a:p>
        </p:txBody>
      </p:sp>
    </p:spTree>
    <p:extLst>
      <p:ext uri="{BB962C8B-B14F-4D97-AF65-F5344CB8AC3E}">
        <p14:creationId xmlns:p14="http://schemas.microsoft.com/office/powerpoint/2010/main" val="28885467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C3C40-7AFE-1762-BDFE-44DE4C197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b="1">
                <a:solidFill>
                  <a:srgbClr val="57350F"/>
                </a:solidFill>
                <a:latin typeface="Aptos Display" panose="020B0004020202020204" pitchFamily="34" charset="0"/>
              </a:rPr>
              <a:t>El problema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F1C8CB-2355-62F5-9E07-FFEC5EDB7F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Los scripts estan dispersos en chats, correos y carpetas personales.</a:t>
            </a:r>
          </a:p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Encontrar el script correcto consume tiempo.</a:t>
            </a:r>
          </a:p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No siempre conocemos sus dependencias o version de PowerShell.</a:t>
            </a:r>
          </a:p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Se duplican esfuerzos entre equipos.</a:t>
            </a:r>
            <a:endParaRPr lang="en-US" sz="2200">
              <a:solidFill>
                <a:srgbClr val="242120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1CAEE9-DB9C-654E-3E4C-20E6CF83F5E5}"/>
              </a:ext>
            </a:extLst>
          </p:cNvPr>
          <p:cNvSpPr/>
          <p:nvPr/>
        </p:nvSpPr>
        <p:spPr>
          <a:xfrm>
            <a:off x="0" y="6413500"/>
            <a:ext cx="9144000" cy="25400"/>
          </a:xfrm>
          <a:prstGeom prst="rect">
            <a:avLst/>
          </a:prstGeom>
          <a:solidFill>
            <a:srgbClr val="D478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81213-D70D-5BBE-6C59-40135045004E}"/>
              </a:ext>
            </a:extLst>
          </p:cNvPr>
          <p:cNvSpPr txBox="1"/>
          <p:nvPr/>
        </p:nvSpPr>
        <p:spPr>
          <a:xfrm>
            <a:off x="571500" y="6540500"/>
            <a:ext cx="787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80726B"/>
                </a:solidFill>
                <a:latin typeface="Aptos" panose="020B0004020202020204" pitchFamily="34" charset="0"/>
              </a:rPr>
              <a:t>ScriptHub 4.0  |  2</a:t>
            </a:r>
          </a:p>
        </p:txBody>
      </p:sp>
    </p:spTree>
    <p:extLst>
      <p:ext uri="{BB962C8B-B14F-4D97-AF65-F5344CB8AC3E}">
        <p14:creationId xmlns:p14="http://schemas.microsoft.com/office/powerpoint/2010/main" val="1355435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E7C6C-76A6-9E4D-FD63-C42A96FBA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b="1">
                <a:solidFill>
                  <a:srgbClr val="57350F"/>
                </a:solidFill>
                <a:latin typeface="Aptos Display" panose="020B0004020202020204" pitchFamily="34" charset="0"/>
              </a:rPr>
              <a:t>La solucion: ScriptHub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86A41D-A67F-8E95-A5DF-FE58A0B0A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Catalogo centralizado y organizado de scripts.</a:t>
            </a:r>
          </a:p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Busqueda por nombre, categoria, equipo y version.</a:t>
            </a:r>
          </a:p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Informacion clara sobre dependencias y requisitos.</a:t>
            </a:r>
          </a:p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Un punto comun para compartir conocimiento entre equipos.</a:t>
            </a:r>
            <a:endParaRPr lang="en-US" sz="2200">
              <a:solidFill>
                <a:srgbClr val="242120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5C4576-ADA6-C7B4-ABEA-A6DFC964C9FE}"/>
              </a:ext>
            </a:extLst>
          </p:cNvPr>
          <p:cNvSpPr/>
          <p:nvPr/>
        </p:nvSpPr>
        <p:spPr>
          <a:xfrm>
            <a:off x="0" y="6413500"/>
            <a:ext cx="9144000" cy="25400"/>
          </a:xfrm>
          <a:prstGeom prst="rect">
            <a:avLst/>
          </a:prstGeom>
          <a:solidFill>
            <a:srgbClr val="D478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DE8C74-67CD-91A7-C1AD-8DF645B59B82}"/>
              </a:ext>
            </a:extLst>
          </p:cNvPr>
          <p:cNvSpPr txBox="1"/>
          <p:nvPr/>
        </p:nvSpPr>
        <p:spPr>
          <a:xfrm>
            <a:off x="571500" y="6540500"/>
            <a:ext cx="787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80726B"/>
                </a:solidFill>
                <a:latin typeface="Aptos" panose="020B0004020202020204" pitchFamily="34" charset="0"/>
              </a:rPr>
              <a:t>ScriptHub 4.0  |  3</a:t>
            </a:r>
          </a:p>
        </p:txBody>
      </p:sp>
    </p:spTree>
    <p:extLst>
      <p:ext uri="{BB962C8B-B14F-4D97-AF65-F5344CB8AC3E}">
        <p14:creationId xmlns:p14="http://schemas.microsoft.com/office/powerpoint/2010/main" val="3782435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69AE1-265F-6D66-D703-A07A3E84E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b="1">
                <a:solidFill>
                  <a:srgbClr val="57350F"/>
                </a:solidFill>
                <a:latin typeface="Aptos Display" panose="020B0004020202020204" pitchFamily="34" charset="0"/>
              </a:rPr>
              <a:t>Como funciona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2EF103-1370-9A8A-6BB8-CD1F79AEB6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Seleccionamos un script del catalogo.</a:t>
            </a:r>
          </a:p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ScriptHub detecta los modulos requeridos.</a:t>
            </a:r>
          </a:p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Muestra si las dependencias estan instaladas.</a:t>
            </a:r>
          </a:p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Completa automaticamente los parametros necesarios.</a:t>
            </a:r>
          </a:p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Ejecuta el script con PowerShell 5.1 o 7 segun corresponda.</a:t>
            </a:r>
            <a:endParaRPr lang="en-US" sz="2200">
              <a:solidFill>
                <a:srgbClr val="242120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7CFCE3-8DC4-5AC4-11E4-890A3E8BB3D4}"/>
              </a:ext>
            </a:extLst>
          </p:cNvPr>
          <p:cNvSpPr/>
          <p:nvPr/>
        </p:nvSpPr>
        <p:spPr>
          <a:xfrm>
            <a:off x="0" y="6413500"/>
            <a:ext cx="9144000" cy="25400"/>
          </a:xfrm>
          <a:prstGeom prst="rect">
            <a:avLst/>
          </a:prstGeom>
          <a:solidFill>
            <a:srgbClr val="D478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8279A2-D49C-138A-C30F-19F5B833ABDF}"/>
              </a:ext>
            </a:extLst>
          </p:cNvPr>
          <p:cNvSpPr txBox="1"/>
          <p:nvPr/>
        </p:nvSpPr>
        <p:spPr>
          <a:xfrm>
            <a:off x="571500" y="6540500"/>
            <a:ext cx="787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80726B"/>
                </a:solidFill>
                <a:latin typeface="Aptos" panose="020B0004020202020204" pitchFamily="34" charset="0"/>
              </a:rPr>
              <a:t>ScriptHub 4.0  |  4</a:t>
            </a:r>
          </a:p>
        </p:txBody>
      </p:sp>
    </p:spTree>
    <p:extLst>
      <p:ext uri="{BB962C8B-B14F-4D97-AF65-F5344CB8AC3E}">
        <p14:creationId xmlns:p14="http://schemas.microsoft.com/office/powerpoint/2010/main" val="3686949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79E90-AA1B-8B98-1490-D01B316D7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b="1">
                <a:solidFill>
                  <a:srgbClr val="57350F"/>
                </a:solidFill>
                <a:latin typeface="Aptos Display" panose="020B0004020202020204" pitchFamily="34" charset="0"/>
              </a:rPr>
              <a:t>Beneficios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63478C-524F-FD63-4BA3-076A10EF6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Ahorro de tiempo en la busqueda y preparacion.</a:t>
            </a:r>
          </a:p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Menos errores por dependencias faltantes.</a:t>
            </a:r>
          </a:p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Soluciones reutilizables y faciles de mantener.</a:t>
            </a:r>
          </a:p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Colaboracion entre SharePoint, Exchange, Teams, Azure y Entra ID.</a:t>
            </a:r>
          </a:p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Conocimiento compartido que no depende de una sola persona.</a:t>
            </a:r>
            <a:endParaRPr lang="en-US" sz="2200">
              <a:solidFill>
                <a:srgbClr val="242120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2AFBCC-F62E-4AC3-F701-5B984A9FCE4F}"/>
              </a:ext>
            </a:extLst>
          </p:cNvPr>
          <p:cNvSpPr/>
          <p:nvPr/>
        </p:nvSpPr>
        <p:spPr>
          <a:xfrm>
            <a:off x="0" y="6413500"/>
            <a:ext cx="9144000" cy="25400"/>
          </a:xfrm>
          <a:prstGeom prst="rect">
            <a:avLst/>
          </a:prstGeom>
          <a:solidFill>
            <a:srgbClr val="D478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EB2BD2-139A-73F4-7DB4-4F36693F2289}"/>
              </a:ext>
            </a:extLst>
          </p:cNvPr>
          <p:cNvSpPr txBox="1"/>
          <p:nvPr/>
        </p:nvSpPr>
        <p:spPr>
          <a:xfrm>
            <a:off x="571500" y="6540500"/>
            <a:ext cx="787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80726B"/>
                </a:solidFill>
                <a:latin typeface="Aptos" panose="020B0004020202020204" pitchFamily="34" charset="0"/>
              </a:rPr>
              <a:t>ScriptHub 4.0  |  5</a:t>
            </a:r>
          </a:p>
        </p:txBody>
      </p:sp>
    </p:spTree>
    <p:extLst>
      <p:ext uri="{BB962C8B-B14F-4D97-AF65-F5344CB8AC3E}">
        <p14:creationId xmlns:p14="http://schemas.microsoft.com/office/powerpoint/2010/main" val="270194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F6B90-CF6B-43F9-073C-E0E1A8E48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b="1">
                <a:solidFill>
                  <a:srgbClr val="57350F"/>
                </a:solidFill>
                <a:latin typeface="Aptos Display" panose="020B0004020202020204" pitchFamily="34" charset="0"/>
              </a:rPr>
              <a:t>Siguiente paso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52CDF0-F060-54D7-CC3D-4EF6DDDF61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Cada equipo puede aportar sus scripts validados.</a:t>
            </a:r>
          </a:p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El catalogo se revisa antes de publicarse.</a:t>
            </a:r>
          </a:p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Las entradas deben incluir dependencias, version y advertencias.</a:t>
            </a:r>
          </a:p>
          <a:p>
            <a:r>
              <a:rPr lang="es-ES" sz="2200">
                <a:solidFill>
                  <a:srgbClr val="242120"/>
                </a:solidFill>
                <a:latin typeface="Aptos" panose="020B0004020202020204" pitchFamily="34" charset="0"/>
              </a:rPr>
              <a:t>Objetivo: convertir ScriptHub en el repositorio comun de automatizacion.</a:t>
            </a:r>
            <a:endParaRPr lang="en-US" sz="2200">
              <a:solidFill>
                <a:srgbClr val="242120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5FD2BB-09C5-86C7-9912-84796B1A0883}"/>
              </a:ext>
            </a:extLst>
          </p:cNvPr>
          <p:cNvSpPr/>
          <p:nvPr/>
        </p:nvSpPr>
        <p:spPr>
          <a:xfrm>
            <a:off x="0" y="6413500"/>
            <a:ext cx="9144000" cy="25400"/>
          </a:xfrm>
          <a:prstGeom prst="rect">
            <a:avLst/>
          </a:prstGeom>
          <a:solidFill>
            <a:srgbClr val="D478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AC8FD1-6B70-21FB-C8C9-01ABE6281059}"/>
              </a:ext>
            </a:extLst>
          </p:cNvPr>
          <p:cNvSpPr txBox="1"/>
          <p:nvPr/>
        </p:nvSpPr>
        <p:spPr>
          <a:xfrm>
            <a:off x="571500" y="6540500"/>
            <a:ext cx="787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80726B"/>
                </a:solidFill>
                <a:latin typeface="Aptos" panose="020B0004020202020204" pitchFamily="34" charset="0"/>
              </a:rPr>
              <a:t>ScriptHub 4.0  |  6</a:t>
            </a:r>
          </a:p>
        </p:txBody>
      </p:sp>
    </p:spTree>
    <p:extLst>
      <p:ext uri="{BB962C8B-B14F-4D97-AF65-F5344CB8AC3E}">
        <p14:creationId xmlns:p14="http://schemas.microsoft.com/office/powerpoint/2010/main" val="31815263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232</Words>
  <Application>Microsoft Office PowerPoint</Application>
  <PresentationFormat>Widescreen</PresentationFormat>
  <Paragraphs>35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ScriptHub</vt:lpstr>
      <vt:lpstr>El problema</vt:lpstr>
      <vt:lpstr>La solucion: ScriptHub</vt:lpstr>
      <vt:lpstr>Como funciona</vt:lpstr>
      <vt:lpstr>Beneficios</vt:lpstr>
      <vt:lpstr>Siguiente paso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Diego Saldívar</dc:creator>
  <cp:lastModifiedBy>Diego Saldívar</cp:lastModifiedBy>
  <cp:revision>1</cp:revision>
  <dcterms:created xsi:type="dcterms:W3CDTF">2026-09-17T19:03:12Z</dcterms:created>
  <dcterms:modified xsi:type="dcterms:W3CDTF">2026-09-17T19:03:12Z</dcterms:modified>
</cp:coreProperties>
</file>